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7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88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84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79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60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77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863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81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2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520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6277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7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473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010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770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06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8AD3FBA-4A37-4B57-8363-90809FA4953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2BC71-295D-4E8B-A8B3-3BFA223A2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42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D5F3-F21E-F8A4-6F91-B150CD312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2638" y="575353"/>
            <a:ext cx="7695344" cy="1397286"/>
          </a:xfrm>
        </p:spPr>
        <p:txBody>
          <a:bodyPr>
            <a:noAutofit/>
          </a:bodyPr>
          <a:lstStyle/>
          <a:p>
            <a:r>
              <a:rPr lang="en-IN" sz="4000" dirty="0"/>
              <a:t>Segmentation and Paging in     Memory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D9051-113D-B557-B0A7-793DEFA7E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4818" y="2388742"/>
            <a:ext cx="9729627" cy="2496621"/>
          </a:xfrm>
        </p:spPr>
        <p:txBody>
          <a:bodyPr>
            <a:normAutofit/>
          </a:bodyPr>
          <a:lstStyle/>
          <a:p>
            <a:r>
              <a:rPr lang="en-IN" sz="2800" dirty="0"/>
              <a:t>Concepts ,Diagrams , and Address Translation</a:t>
            </a:r>
          </a:p>
          <a:p>
            <a:r>
              <a:rPr lang="en-IN" sz="2800" dirty="0"/>
              <a:t>                          Presented by:</a:t>
            </a:r>
          </a:p>
          <a:p>
            <a:r>
              <a:rPr lang="en-IN" sz="2800" dirty="0"/>
              <a:t>                         Gayatri Sahu</a:t>
            </a:r>
          </a:p>
        </p:txBody>
      </p:sp>
    </p:spTree>
    <p:extLst>
      <p:ext uri="{BB962C8B-B14F-4D97-AF65-F5344CB8AC3E}">
        <p14:creationId xmlns:p14="http://schemas.microsoft.com/office/powerpoint/2010/main" val="319498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290F-6216-F8D2-B0F8-21C9F2D1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37936-39ED-10DA-D4C2-F894A3AB2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Efficient allocation of memory in multitasking environments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Techniques: Segmentation and </a:t>
            </a:r>
            <a:r>
              <a:rPr lang="en-US" dirty="0" err="1"/>
              <a:t>PagingKey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goals: Isolation, protection, logical to physical mapping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51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646D-588E-750A-286A-A4C5048C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Segmentation?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D07AD-CE3E-F67A-DBA0-9477C1188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divided into variable-sized segments (code, data, stack)Each segment has a base and limit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Logical address = (segment number, offset)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Segment table stores base and limit for each segment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04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F6E2-785B-7B62-65B5-CF06CB47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Segmentation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7C628B-51F2-39AD-B559-8B5EF9A25C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004" y="2124501"/>
            <a:ext cx="5311740" cy="327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7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50F7-D37C-13BC-6D02-6482870F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Segmentation Diagram(contd..)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6A6CB-A420-2F6B-6C7B-4B79C1348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Logical Address: (Segment: 2, Offset: 300)</a:t>
            </a:r>
          </a:p>
          <a:p>
            <a:pPr marL="0" indent="0">
              <a:buNone/>
            </a:pPr>
            <a:r>
              <a:rPr lang="en-IN" dirty="0"/>
              <a:t>Segment Table:</a:t>
            </a:r>
          </a:p>
          <a:p>
            <a:r>
              <a:rPr lang="en-IN" dirty="0"/>
              <a:t>Segment 0: Base 1000, Limit 500</a:t>
            </a:r>
          </a:p>
          <a:p>
            <a:r>
              <a:rPr lang="en-IN" dirty="0"/>
              <a:t>Segment 1: Base 1500, Limit 600</a:t>
            </a:r>
          </a:p>
          <a:p>
            <a:r>
              <a:rPr lang="en-IN" dirty="0"/>
              <a:t>Segment 2: Base 3000, Limit 400</a:t>
            </a:r>
          </a:p>
          <a:p>
            <a:r>
              <a:rPr lang="en-IN" dirty="0"/>
              <a:t>Translation: Physical Address = Base + Offset = 3000 + 300 = 3300</a:t>
            </a:r>
          </a:p>
        </p:txBody>
      </p:sp>
    </p:spTree>
    <p:extLst>
      <p:ext uri="{BB962C8B-B14F-4D97-AF65-F5344CB8AC3E}">
        <p14:creationId xmlns:p14="http://schemas.microsoft.com/office/powerpoint/2010/main" val="37105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2C54-E667-5DE3-6667-92EEFF0E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paging?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A788-C0AA-AD22-F111-9506C7FDD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divided into fixed-size pages and frames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Logical address = (Page number, Offset)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Page Table maps pages to frames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Eliminates external fragmentation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76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02DF-004D-9853-2D1A-6D94BDF8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62A8F-C0DC-A429-E29E-9FF92C681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Page Table:</a:t>
            </a:r>
          </a:p>
          <a:p>
            <a:r>
              <a:rPr lang="en-IN" dirty="0"/>
              <a:t>Page 0 → Frame 5</a:t>
            </a:r>
          </a:p>
          <a:p>
            <a:r>
              <a:rPr lang="en-IN" dirty="0"/>
              <a:t>Page 1 → Frame 9</a:t>
            </a:r>
          </a:p>
          <a:p>
            <a:r>
              <a:rPr lang="en-IN" dirty="0"/>
              <a:t>Page 2 → Frame 3</a:t>
            </a:r>
          </a:p>
          <a:p>
            <a:r>
              <a:rPr lang="en-IN" dirty="0"/>
              <a:t>Logical Address: (Page 1, Offset 100)</a:t>
            </a:r>
          </a:p>
          <a:p>
            <a:r>
              <a:rPr lang="en-IN" dirty="0"/>
              <a:t>Frame Size = 512 bytes</a:t>
            </a:r>
          </a:p>
          <a:p>
            <a:r>
              <a:rPr lang="en-IN" dirty="0"/>
              <a:t>Physical Address = (Frame × Frame Size) + Offset = (9 × 512) + 100 = 4812</a:t>
            </a:r>
          </a:p>
        </p:txBody>
      </p:sp>
    </p:spTree>
    <p:extLst>
      <p:ext uri="{BB962C8B-B14F-4D97-AF65-F5344CB8AC3E}">
        <p14:creationId xmlns:p14="http://schemas.microsoft.com/office/powerpoint/2010/main" val="1738305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2B8C-4E7C-DA02-E065-DD411B2D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 Diagram(contd..)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2F858A-F30A-F8B2-5139-F665C7343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066" y="2052638"/>
            <a:ext cx="6293643" cy="4195762"/>
          </a:xfrm>
        </p:spPr>
      </p:pic>
    </p:spTree>
    <p:extLst>
      <p:ext uri="{BB962C8B-B14F-4D97-AF65-F5344CB8AC3E}">
        <p14:creationId xmlns:p14="http://schemas.microsoft.com/office/powerpoint/2010/main" val="122680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D91EE-7608-0137-1D5B-A70329C7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Address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4189-969D-0B48-FDCD-1CB086E04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Segmentation Example:</a:t>
            </a:r>
          </a:p>
          <a:p>
            <a:r>
              <a:rPr lang="en-US" dirty="0"/>
              <a:t>Segment 1: Base = 2000, Offset = 150 → Physical Address = 2150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Paging Example:</a:t>
            </a:r>
          </a:p>
          <a:p>
            <a:r>
              <a:rPr lang="en-US" dirty="0"/>
              <a:t>Page 2 → Frame 4, Offset = 100 → Physical Address = 4×512 + 100 = 2148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85DA-1C8D-F362-E942-10AB7908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2214-67D9-CF85-8A87-2D1307A9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help manage memory efficiently and safely</a:t>
            </a:r>
          </a:p>
          <a:p>
            <a:endParaRPr lang="en-US" dirty="0"/>
          </a:p>
          <a:p>
            <a:r>
              <a:rPr lang="en-US" dirty="0"/>
              <a:t> Segmentation = logical view; Paging = physical efficiency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Some systems use segmented paging for hybrid benefits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469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307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Segmentation and Paging in     Memory Management</vt:lpstr>
      <vt:lpstr>Introduction to Memory Management</vt:lpstr>
      <vt:lpstr>What is Segmentation?</vt:lpstr>
      <vt:lpstr>Segmentation Diagram</vt:lpstr>
      <vt:lpstr>Segmentation Diagram(contd..)</vt:lpstr>
      <vt:lpstr>What is paging?</vt:lpstr>
      <vt:lpstr>Paging Diagram</vt:lpstr>
      <vt:lpstr>Paging Diagram(contd..)</vt:lpstr>
      <vt:lpstr>Address Translation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Sahu</dc:creator>
  <cp:lastModifiedBy>Gayatri Sahu</cp:lastModifiedBy>
  <cp:revision>1</cp:revision>
  <dcterms:created xsi:type="dcterms:W3CDTF">2025-05-01T19:20:20Z</dcterms:created>
  <dcterms:modified xsi:type="dcterms:W3CDTF">2025-05-01T19:34:51Z</dcterms:modified>
</cp:coreProperties>
</file>